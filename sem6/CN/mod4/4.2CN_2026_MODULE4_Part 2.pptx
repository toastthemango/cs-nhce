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54" r:id="rId2"/>
    <p:sldMasterId id="2147483668" r:id="rId3"/>
    <p:sldMasterId id="2147483672" r:id="rId4"/>
    <p:sldMasterId id="2147483674" r:id="rId5"/>
    <p:sldMasterId id="2147483676" r:id="rId6"/>
    <p:sldMasterId id="2147483680" r:id="rId7"/>
    <p:sldMasterId id="2147483682" r:id="rId8"/>
    <p:sldMasterId id="2147483684" r:id="rId9"/>
  </p:sldMasterIdLst>
  <p:notesMasterIdLst>
    <p:notesMasterId r:id="rId46"/>
  </p:notesMasterIdLst>
  <p:sldIdLst>
    <p:sldId id="256" r:id="rId10"/>
    <p:sldId id="257" r:id="rId11"/>
    <p:sldId id="424" r:id="rId12"/>
    <p:sldId id="425" r:id="rId13"/>
    <p:sldId id="426" r:id="rId14"/>
    <p:sldId id="439" r:id="rId15"/>
    <p:sldId id="440" r:id="rId16"/>
    <p:sldId id="441" r:id="rId17"/>
    <p:sldId id="427" r:id="rId18"/>
    <p:sldId id="428" r:id="rId19"/>
    <p:sldId id="429" r:id="rId20"/>
    <p:sldId id="430" r:id="rId21"/>
    <p:sldId id="431" r:id="rId22"/>
    <p:sldId id="432" r:id="rId23"/>
    <p:sldId id="433" r:id="rId24"/>
    <p:sldId id="434" r:id="rId25"/>
    <p:sldId id="435" r:id="rId26"/>
    <p:sldId id="436" r:id="rId27"/>
    <p:sldId id="437" r:id="rId28"/>
    <p:sldId id="438" r:id="rId29"/>
    <p:sldId id="442" r:id="rId30"/>
    <p:sldId id="443" r:id="rId31"/>
    <p:sldId id="444" r:id="rId32"/>
    <p:sldId id="445" r:id="rId33"/>
    <p:sldId id="446" r:id="rId34"/>
    <p:sldId id="447" r:id="rId35"/>
    <p:sldId id="448" r:id="rId36"/>
    <p:sldId id="449" r:id="rId37"/>
    <p:sldId id="450" r:id="rId38"/>
    <p:sldId id="451" r:id="rId39"/>
    <p:sldId id="452" r:id="rId40"/>
    <p:sldId id="453" r:id="rId41"/>
    <p:sldId id="454" r:id="rId42"/>
    <p:sldId id="455" r:id="rId43"/>
    <p:sldId id="456" r:id="rId44"/>
    <p:sldId id="457" r:id="rId45"/>
  </p:sldIdLst>
  <p:sldSz cx="12192000" cy="6858000"/>
  <p:notesSz cx="6858000" cy="9144000"/>
  <p:embeddedFontLst>
    <p:embeddedFont>
      <p:font typeface="Cambria" panose="02040503050406030204" pitchFamily="18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1" roundtripDataSignature="AMtx7mgwkiSlt6BWnYZheA7hU+owX/ha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2935C6-F629-48B7-A2C3-F061BE77A5B8}">
  <a:tblStyle styleId="{1E2935C6-F629-48B7-A2C3-F061BE77A5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7" Type="http://schemas.openxmlformats.org/officeDocument/2006/relationships/slideMaster" Target="slideMasters/slideMaster7.xml"/><Relationship Id="rId191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" Type="http://schemas.openxmlformats.org/officeDocument/2006/relationships/slideMaster" Target="slideMasters/slideMaster5.xml"/><Relationship Id="rId194" Type="http://schemas.openxmlformats.org/officeDocument/2006/relationships/theme" Target="theme/theme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font" Target="fonts/font2.fntdata"/><Relationship Id="rId193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192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19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>
          <a:extLst>
            <a:ext uri="{FF2B5EF4-FFF2-40B4-BE49-F238E27FC236}">
              <a16:creationId xmlns:a16="http://schemas.microsoft.com/office/drawing/2014/main" id="{DE32C5FB-B5B3-F415-D45F-C100896AC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:notes">
            <a:extLst>
              <a:ext uri="{FF2B5EF4-FFF2-40B4-BE49-F238E27FC236}">
                <a16:creationId xmlns:a16="http://schemas.microsoft.com/office/drawing/2014/main" id="{58666B79-8A69-DB99-F7BF-FFEC822C92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:notes">
            <a:extLst>
              <a:ext uri="{FF2B5EF4-FFF2-40B4-BE49-F238E27FC236}">
                <a16:creationId xmlns:a16="http://schemas.microsoft.com/office/drawing/2014/main" id="{3EA0BDB9-D2F0-B248-A3D1-C4463D5E6D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:notes">
            <a:extLst>
              <a:ext uri="{FF2B5EF4-FFF2-40B4-BE49-F238E27FC236}">
                <a16:creationId xmlns:a16="http://schemas.microsoft.com/office/drawing/2014/main" id="{CBEA916F-D7DB-B210-B8B7-F5D02018250A}"/>
              </a:ext>
            </a:extLst>
          </p:cNvPr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DSDV (15EC663)</a:t>
            </a:r>
            <a:endParaRPr/>
          </a:p>
        </p:txBody>
      </p:sp>
      <p:sp>
        <p:nvSpPr>
          <p:cNvPr id="328" name="Google Shape;328;p1:notes">
            <a:extLst>
              <a:ext uri="{FF2B5EF4-FFF2-40B4-BE49-F238E27FC236}">
                <a16:creationId xmlns:a16="http://schemas.microsoft.com/office/drawing/2014/main" id="{9E0A9748-48D0-ABD5-3DAE-A45EC9F4C7B8}"/>
              </a:ext>
            </a:extLst>
          </p:cNvPr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/>
          </a:p>
        </p:txBody>
      </p:sp>
      <p:sp>
        <p:nvSpPr>
          <p:cNvPr id="329" name="Google Shape;329;p1:notes">
            <a:extLst>
              <a:ext uri="{FF2B5EF4-FFF2-40B4-BE49-F238E27FC236}">
                <a16:creationId xmlns:a16="http://schemas.microsoft.com/office/drawing/2014/main" id="{868B5FD3-13D7-4437-B001-0CEEE1793825}"/>
              </a:ext>
            </a:extLst>
          </p:cNvPr>
          <p:cNvSpPr txBox="1"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22136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None/>
              <a:defRPr>
                <a:solidFill>
                  <a:srgbClr val="3366FF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D111B0-BD76-06FA-2703-A74A98FFA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BE474-B55E-C8EE-4A9B-89BE4C80EB1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5C07C-E0A9-ED34-3AC5-8ABF645C86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EEA88F-E819-7400-3C0E-61E1A33CF1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599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54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3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93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p93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93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93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7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9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3366FF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FF66FF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009999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9" name="Google Shape;199;p9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3366FF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FF66FF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009999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00" name="Google Shape;200;p9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3366FF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FF66FF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009999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01" name="Google Shape;201;p9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3366FF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FF66FF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009999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02" name="Google Shape;202;p97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97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97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9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99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99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99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1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01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101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5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105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105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3366FF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C00000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FF0000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FF66FF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009999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69" name="Google Shape;269;p105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105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105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7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07"/>
          <p:cNvSpPr txBox="1">
            <a:spLocks noGrp="1"/>
          </p:cNvSpPr>
          <p:nvPr>
            <p:ph type="body" idx="1"/>
          </p:nvPr>
        </p:nvSpPr>
        <p:spPr>
          <a:xfrm rot="5400000">
            <a:off x="3505200" y="-1905000"/>
            <a:ext cx="5181600" cy="115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3366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C000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FF66FF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9999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107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07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07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9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10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3366FF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C000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FF0000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FF66FF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9999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3" name="Google Shape;303;p109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109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09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72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" name="Google Shape;11;p72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" name="Google Shape;12;p72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" name="Google Shape;13;p72"/>
          <p:cNvSpPr txBox="1"/>
          <p:nvPr userDrawn="1"/>
        </p:nvSpPr>
        <p:spPr>
          <a:xfrm>
            <a:off x="304800" y="25400"/>
            <a:ext cx="24384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600" b="1" i="0" u="none" dirty="0">
                <a:solidFill>
                  <a:srgbClr val="FF0000"/>
                </a:solidFill>
                <a:latin typeface="Cambria"/>
                <a:ea typeface="Cambria"/>
                <a:sym typeface="Cambria"/>
              </a:rPr>
              <a:t>C</a:t>
            </a:r>
            <a:r>
              <a:rPr lang="en-US" sz="1400" b="1" i="0" u="none" dirty="0">
                <a:solidFill>
                  <a:srgbClr val="0070C0"/>
                </a:solidFill>
                <a:latin typeface="Cambria"/>
                <a:ea typeface="Cambria"/>
                <a:sym typeface="Cambria"/>
              </a:rPr>
              <a:t>omputer </a:t>
            </a:r>
            <a:r>
              <a:rPr lang="en-US" sz="1400" b="1" i="0" u="none" dirty="0">
                <a:solidFill>
                  <a:srgbClr val="00B050"/>
                </a:solidFill>
                <a:latin typeface="Cambria"/>
                <a:ea typeface="Cambria"/>
                <a:sym typeface="Cambria"/>
              </a:rPr>
              <a:t>N</a:t>
            </a:r>
            <a:r>
              <a:rPr lang="en-US" sz="1400" b="1" i="0" u="none" dirty="0">
                <a:solidFill>
                  <a:srgbClr val="0070C0"/>
                </a:solidFill>
                <a:latin typeface="Cambria"/>
                <a:ea typeface="Cambria"/>
                <a:sym typeface="Cambria"/>
              </a:rPr>
              <a:t>etwork 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4" name="Google Shape;14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72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72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7" name="Google Shape;17;p72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8" name="Google Shape;18;p72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" name="Google Shape;19;p72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3;p72">
            <a:extLst>
              <a:ext uri="{FF2B5EF4-FFF2-40B4-BE49-F238E27FC236}">
                <a16:creationId xmlns:a16="http://schemas.microsoft.com/office/drawing/2014/main" id="{D19D220E-E241-2A4E-96C5-FCFABBA28CED}"/>
              </a:ext>
            </a:extLst>
          </p:cNvPr>
          <p:cNvSpPr txBox="1"/>
          <p:nvPr userDrawn="1"/>
        </p:nvSpPr>
        <p:spPr>
          <a:xfrm>
            <a:off x="8839200" y="6477000"/>
            <a:ext cx="24384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600" b="1" i="0" u="none" dirty="0">
                <a:solidFill>
                  <a:srgbClr val="002060"/>
                </a:solidFill>
                <a:latin typeface="Cambria"/>
                <a:ea typeface="Cambria"/>
                <a:sym typeface="Cambria"/>
              </a:rPr>
              <a:t>BHASKAR  S V</a:t>
            </a:r>
            <a:endParaRPr lang="en-US" dirty="0">
              <a:solidFill>
                <a:srgbClr val="00206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8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1" name="Google Shape;61;p78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78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78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4" name="Google Shape;64;p78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p78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6" name="Google Shape;66;p78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7" name="Google Shape;67;p78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8" name="Google Shape;68;p78"/>
          <p:cNvSpPr txBox="1"/>
          <p:nvPr/>
        </p:nvSpPr>
        <p:spPr>
          <a:xfrm>
            <a:off x="304800" y="25400"/>
            <a:ext cx="243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ARM Processor</a:t>
            </a:r>
            <a:endParaRPr/>
          </a:p>
        </p:txBody>
      </p:sp>
      <p:pic>
        <p:nvPicPr>
          <p:cNvPr id="69" name="Google Shape;69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1" name="Google Shape;151;p92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52" name="Google Shape;152;p92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53" name="Google Shape;153;p92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54" name="Google Shape;154;p92"/>
          <p:cNvSpPr txBox="1"/>
          <p:nvPr/>
        </p:nvSpPr>
        <p:spPr>
          <a:xfrm>
            <a:off x="304800" y="25400"/>
            <a:ext cx="243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ARM Processor</a:t>
            </a:r>
            <a:endParaRPr/>
          </a:p>
        </p:txBody>
      </p:sp>
      <p:pic>
        <p:nvPicPr>
          <p:cNvPr id="155" name="Google Shape;155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2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7" name="Google Shape;157;p92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8" name="Google Shape;158;p92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9" name="Google Shape;159;p92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0" name="Google Shape;160;p92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Google Shape;186;p96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7" name="Google Shape;187;p96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8" name="Google Shape;188;p96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89" name="Google Shape;189;p96"/>
          <p:cNvSpPr txBox="1"/>
          <p:nvPr/>
        </p:nvSpPr>
        <p:spPr>
          <a:xfrm>
            <a:off x="304800" y="25400"/>
            <a:ext cx="243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ARM Processor</a:t>
            </a:r>
            <a:endParaRPr/>
          </a:p>
        </p:txBody>
      </p:sp>
      <p:pic>
        <p:nvPicPr>
          <p:cNvPr id="190" name="Google Shape;190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96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2" name="Google Shape;192;p96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3" name="Google Shape;193;p96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4" name="Google Shape;194;p96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5" name="Google Shape;195;p96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" name="Google Shape;206;p98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7" name="Google Shape;207;p98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8" name="Google Shape;208;p98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09" name="Google Shape;209;p98"/>
          <p:cNvSpPr txBox="1"/>
          <p:nvPr/>
        </p:nvSpPr>
        <p:spPr>
          <a:xfrm>
            <a:off x="304800" y="25400"/>
            <a:ext cx="243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ARM Processor</a:t>
            </a:r>
            <a:endParaRPr/>
          </a:p>
        </p:txBody>
      </p:sp>
      <p:pic>
        <p:nvPicPr>
          <p:cNvPr id="210" name="Google Shape;210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98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12" name="Google Shape;212;p98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3" name="Google Shape;213;p98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14" name="Google Shape;214;p98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15" name="Google Shape;215;p98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2" name="Google Shape;222;p100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23" name="Google Shape;223;p100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24" name="Google Shape;224;p100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25" name="Google Shape;225;p100"/>
          <p:cNvSpPr txBox="1"/>
          <p:nvPr/>
        </p:nvSpPr>
        <p:spPr>
          <a:xfrm>
            <a:off x="304800" y="25400"/>
            <a:ext cx="243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ARM Processor</a:t>
            </a:r>
            <a:endParaRPr/>
          </a:p>
        </p:txBody>
      </p:sp>
      <p:pic>
        <p:nvPicPr>
          <p:cNvPr id="226" name="Google Shape;226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00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8" name="Google Shape;228;p100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9" name="Google Shape;229;p100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30" name="Google Shape;230;p100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31" name="Google Shape;231;p100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Google Shape;255;p104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56" name="Google Shape;256;p104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57" name="Google Shape;257;p104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58" name="Google Shape;258;p104"/>
          <p:cNvSpPr txBox="1"/>
          <p:nvPr/>
        </p:nvSpPr>
        <p:spPr>
          <a:xfrm>
            <a:off x="304800" y="25400"/>
            <a:ext cx="243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ARM Processor</a:t>
            </a:r>
            <a:endParaRPr/>
          </a:p>
        </p:txBody>
      </p:sp>
      <p:pic>
        <p:nvPicPr>
          <p:cNvPr id="259" name="Google Shape;259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04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61" name="Google Shape;261;p104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2" name="Google Shape;262;p104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63" name="Google Shape;263;p104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64" name="Google Shape;264;p104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3" name="Google Shape;273;p106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74" name="Google Shape;274;p106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75" name="Google Shape;275;p106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76" name="Google Shape;276;p106"/>
          <p:cNvSpPr txBox="1"/>
          <p:nvPr/>
        </p:nvSpPr>
        <p:spPr>
          <a:xfrm>
            <a:off x="304800" y="25400"/>
            <a:ext cx="24384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1800" b="1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ARM Processor</a:t>
            </a:r>
            <a:endParaRPr/>
          </a:p>
        </p:txBody>
      </p:sp>
      <p:pic>
        <p:nvPicPr>
          <p:cNvPr id="277" name="Google Shape;277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06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9" name="Google Shape;279;p106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0" name="Google Shape;280;p106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1" name="Google Shape;281;p106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2" name="Google Shape;282;p106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0" name="Google Shape;290;p108"/>
          <p:cNvCxnSpPr/>
          <p:nvPr/>
        </p:nvCxnSpPr>
        <p:spPr>
          <a:xfrm>
            <a:off x="0" y="12954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91" name="Google Shape;291;p108"/>
          <p:cNvCxnSpPr/>
          <p:nvPr/>
        </p:nvCxnSpPr>
        <p:spPr>
          <a:xfrm>
            <a:off x="0" y="381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92" name="Google Shape;292;p108"/>
          <p:cNvCxnSpPr/>
          <p:nvPr/>
        </p:nvCxnSpPr>
        <p:spPr>
          <a:xfrm>
            <a:off x="0" y="6477000"/>
            <a:ext cx="12192000" cy="0"/>
          </a:xfrm>
          <a:prstGeom prst="straightConnector1">
            <a:avLst/>
          </a:prstGeom>
          <a:noFill/>
          <a:ln w="38100" cap="flat" cmpd="sng">
            <a:solidFill>
              <a:srgbClr val="FF00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93" name="Google Shape;293;p108"/>
          <p:cNvSpPr txBox="1"/>
          <p:nvPr/>
        </p:nvSpPr>
        <p:spPr>
          <a:xfrm>
            <a:off x="304800" y="25400"/>
            <a:ext cx="24384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lang="en-US" sz="2000" b="1" i="0" u="none" dirty="0">
                <a:solidFill>
                  <a:srgbClr val="FF0000"/>
                </a:solidFill>
                <a:latin typeface="Cambria"/>
                <a:ea typeface="Cambria"/>
                <a:sym typeface="Cambria"/>
              </a:rPr>
              <a:t>C</a:t>
            </a:r>
            <a:r>
              <a:rPr lang="en-US" sz="1800" b="1" i="0" u="none" dirty="0">
                <a:solidFill>
                  <a:srgbClr val="0070C0"/>
                </a:solidFill>
                <a:latin typeface="Cambria"/>
                <a:ea typeface="Cambria"/>
                <a:sym typeface="Cambria"/>
              </a:rPr>
              <a:t>omputer </a:t>
            </a:r>
            <a:r>
              <a:rPr lang="en-US" sz="1800" b="1" i="0" u="none" dirty="0">
                <a:solidFill>
                  <a:srgbClr val="00B050"/>
                </a:solidFill>
                <a:latin typeface="Cambria"/>
                <a:ea typeface="Cambria"/>
                <a:sym typeface="Cambria"/>
              </a:rPr>
              <a:t>N</a:t>
            </a:r>
            <a:r>
              <a:rPr lang="en-US" sz="1800" b="1" i="0" u="none" dirty="0">
                <a:solidFill>
                  <a:srgbClr val="0070C0"/>
                </a:solidFill>
                <a:latin typeface="Cambria"/>
                <a:ea typeface="Cambria"/>
                <a:sym typeface="Cambria"/>
              </a:rPr>
              <a:t>etwork </a:t>
            </a:r>
            <a:endParaRPr dirty="0">
              <a:solidFill>
                <a:srgbClr val="0070C0"/>
              </a:solidFill>
            </a:endParaRPr>
          </a:p>
        </p:txBody>
      </p:sp>
      <p:pic>
        <p:nvPicPr>
          <p:cNvPr id="294" name="Google Shape;294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0" y="457200"/>
            <a:ext cx="474662" cy="72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08"/>
          <p:cNvSpPr txBox="1">
            <a:spLocks noGrp="1"/>
          </p:cNvSpPr>
          <p:nvPr>
            <p:ph type="title"/>
          </p:nvPr>
        </p:nvSpPr>
        <p:spPr>
          <a:xfrm>
            <a:off x="304800" y="406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96" name="Google Shape;296;p108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3366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–"/>
              <a:defRPr sz="24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66FF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rgbClr val="FF66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009999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rgbClr val="009999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97" name="Google Shape;297;p108"/>
          <p:cNvSpPr txBox="1">
            <a:spLocks noGrp="1"/>
          </p:cNvSpPr>
          <p:nvPr>
            <p:ph type="dt" idx="10"/>
          </p:nvPr>
        </p:nvSpPr>
        <p:spPr>
          <a:xfrm>
            <a:off x="101600" y="649287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98" name="Google Shape;298;p108"/>
          <p:cNvSpPr txBox="1">
            <a:spLocks noGrp="1"/>
          </p:cNvSpPr>
          <p:nvPr>
            <p:ph type="ftr" idx="11"/>
          </p:nvPr>
        </p:nvSpPr>
        <p:spPr>
          <a:xfrm>
            <a:off x="3657600" y="6492875"/>
            <a:ext cx="406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99" name="Google Shape;299;p108"/>
          <p:cNvSpPr txBox="1">
            <a:spLocks noGrp="1"/>
          </p:cNvSpPr>
          <p:nvPr>
            <p:ph type="sldNum" idx="12"/>
          </p:nvPr>
        </p:nvSpPr>
        <p:spPr>
          <a:xfrm>
            <a:off x="8839200" y="6492875"/>
            <a:ext cx="314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0" i="0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38BB962B-8AB0-C2BB-9490-AB205EEDF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nternet Clipart Computer Networking ...">
            <a:extLst>
              <a:ext uri="{FF2B5EF4-FFF2-40B4-BE49-F238E27FC236}">
                <a16:creationId xmlns:a16="http://schemas.microsoft.com/office/drawing/2014/main" id="{BDF953CD-D4A6-96A4-1334-9AF0A13BB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7" y="2576691"/>
            <a:ext cx="6138659" cy="361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1" name="Google Shape;331;p1">
            <a:extLst>
              <a:ext uri="{FF2B5EF4-FFF2-40B4-BE49-F238E27FC236}">
                <a16:creationId xmlns:a16="http://schemas.microsoft.com/office/drawing/2014/main" id="{612E0C31-8826-BDF2-2DAE-F93840970133}"/>
              </a:ext>
            </a:extLst>
          </p:cNvPr>
          <p:cNvSpPr txBox="1"/>
          <p:nvPr/>
        </p:nvSpPr>
        <p:spPr>
          <a:xfrm>
            <a:off x="547278" y="1045914"/>
            <a:ext cx="11605394" cy="1330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6000"/>
              <a:buFont typeface="Cambria"/>
              <a:buNone/>
            </a:pPr>
            <a:r>
              <a:rPr lang="en-US" sz="7200" b="1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lang="en-US" sz="7200" b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OMPUTER</a:t>
            </a:r>
            <a:r>
              <a:rPr lang="en-US" sz="7200" b="1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N</a:t>
            </a:r>
            <a:r>
              <a:rPr lang="en-US" sz="7200" b="1" dirty="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etwork</a:t>
            </a:r>
            <a:r>
              <a:rPr lang="en-US" sz="7200" b="1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7200" b="1" dirty="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22</a:t>
            </a:r>
            <a:r>
              <a:rPr lang="en-US" sz="7200" b="1" dirty="0">
                <a:solidFill>
                  <a:srgbClr val="92D050"/>
                </a:solidFill>
                <a:latin typeface="Cambria"/>
                <a:ea typeface="Cambria"/>
                <a:cs typeface="Cambria"/>
                <a:sym typeface="Cambria"/>
              </a:rPr>
              <a:t>CSE</a:t>
            </a:r>
            <a:r>
              <a:rPr lang="en-US" sz="7200" b="1" dirty="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62</a:t>
            </a:r>
            <a:r>
              <a:rPr lang="en-US" sz="7200" b="1" dirty="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–M.4.2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6000"/>
              <a:buFont typeface="Cambria"/>
              <a:buNone/>
            </a:pPr>
            <a:endParaRPr dirty="0"/>
          </a:p>
        </p:txBody>
      </p:sp>
      <p:pic>
        <p:nvPicPr>
          <p:cNvPr id="333" name="Google Shape;333;p1">
            <a:extLst>
              <a:ext uri="{FF2B5EF4-FFF2-40B4-BE49-F238E27FC236}">
                <a16:creationId xmlns:a16="http://schemas.microsoft.com/office/drawing/2014/main" id="{E43F035A-5C2E-499C-ACCF-CF5E0B1A00C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13806" y="4953000"/>
            <a:ext cx="1219200" cy="1531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A387A55-D178-4B2F-4CC8-C5CC019EF0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 l="24107" r="21616" b="28859"/>
          <a:stretch>
            <a:fillRect/>
          </a:stretch>
        </p:blipFill>
        <p:spPr>
          <a:xfrm>
            <a:off x="6479459" y="3429000"/>
            <a:ext cx="3569110" cy="261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08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C1086-A4E4-D7FD-AAC0-93625F9F3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97712B1-3C1B-6389-D057-E1B0D4E6CF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618" y="1546122"/>
            <a:ext cx="11238271" cy="3861620"/>
          </a:xfrm>
        </p:spPr>
        <p:txBody>
          <a:bodyPr/>
          <a:lstStyle/>
          <a:p>
            <a:pPr marL="508000" indent="-457200" algn="l">
              <a:buFont typeface="Arial" panose="020B0604020202020204" pitchFamily="34" charset="0"/>
              <a:buChar char="•"/>
            </a:pPr>
            <a:r>
              <a:rPr lang="en-US" dirty="0"/>
              <a:t>Transport Layer: UDP , TCP , Data Traffic , Congestion , Congestion Control algorithms, Quality of Service, Techniques to improve QoS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998CB5-146A-686E-A945-DE5E088EC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4 -</a:t>
            </a:r>
            <a:r>
              <a:rPr lang="en-US" dirty="0"/>
              <a:t>Transport layer and congestion control techniques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3475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F2271-D84B-591A-18AD-1F971D039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8C2A81-37F6-BF71-800C-BE3CC2982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" y="1476038"/>
            <a:ext cx="11877040" cy="4833322"/>
          </a:xfrm>
        </p:spPr>
        <p:txBody>
          <a:bodyPr>
            <a:normAutofit/>
          </a:bodyPr>
          <a:lstStyle/>
          <a:p>
            <a:pPr marL="114300" indent="0" algn="just">
              <a:lnSpc>
                <a:spcPct val="150000"/>
              </a:lnSpc>
              <a:buNone/>
            </a:pPr>
            <a:endParaRPr lang="en-US" sz="5500" b="0" dirty="0">
              <a:latin typeface="Cambria" panose="02040503050406030204" pitchFamily="18" charset="0"/>
              <a:ea typeface="Cambria" panose="02040503050406030204" pitchFamily="18" charset="0"/>
              <a:cs typeface="Calibri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50625B-44E2-3D5F-8DCB-30800B94A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Traffic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0904DF-7BEE-F30C-9C7E-A14AAAA80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097" y="1491407"/>
            <a:ext cx="8907463" cy="481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6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6D4BB-281B-7153-CA0A-B652BA51C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Network Three traffic profiles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6BD08-47A8-FD10-57C7-A528EA9C7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41F1D3-13CC-FADE-E6F7-6B93926DB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" y="1600201"/>
            <a:ext cx="8686800" cy="464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739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40558-408D-D1A6-526E-7D0FD79C8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CONGESTION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C48D72-F95C-1196-F8FD-A1D6B4ABA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310026"/>
            <a:ext cx="10972800" cy="507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958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1396A-041B-6813-17AB-46FBFC658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F8A19-9202-3B1E-5857-ED91FA8FB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F3C0BB-EE57-EBB7-ABFF-48441D27F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582" y="1353344"/>
            <a:ext cx="707707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008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3A572-E31C-6370-5F5A-7CBC753AF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63A2B-1009-31F0-B2E7-A6A84BEBD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5BB2B5-2C02-44D7-2012-E01E0A71D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" y="421375"/>
            <a:ext cx="9672320" cy="601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606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38A7A-3C96-2A8E-4A89-209C87B10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A7FA9-2516-38EB-05A4-90B529235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63CF7B-12D7-327D-BF1C-CE26617D7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42" y="438149"/>
            <a:ext cx="8963978" cy="585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748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B0979-8FA2-845E-93C4-1D2AB0E49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Congestion Control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91690-E818-148C-7D84-29B328140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F523F3-EB95-C5DC-C366-D66C80142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2" y="1417638"/>
            <a:ext cx="11992236" cy="496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237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858D8-8391-D576-DC70-705112AC6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Congestion control categories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4A001-703A-D927-8F84-F55CA315B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FCE5D8-A08D-04B5-8FD9-F4B256B21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91948"/>
            <a:ext cx="9429115" cy="483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757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5DFA4-F140-BBA4-21A7-D98B973F7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Open-loop congestion control policies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BD552-44ED-F97C-33B6-C701D1734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1E837C-FF5F-4909-C649-6C2C84A13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" y="1385602"/>
            <a:ext cx="10576560" cy="495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459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A001C-C3A4-07FF-6D58-386EE4E7A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FC43A-1536-314C-D4AC-73AE6450F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5CEEFF-CF8F-FFBC-7DEE-601CA6137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91758"/>
            <a:ext cx="11399520" cy="514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004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B85E-8F2C-7885-F354-454347A35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4B186-B0B0-8E1E-3A71-1AD87C4A5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8E9B3E-7673-684D-7888-659E4F6C5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" y="1328540"/>
            <a:ext cx="11323320" cy="501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759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82707-FFF8-6816-91AC-1082508E8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CB888-CAF5-FA5E-8ADF-F38BDF2AE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6BFC4F-7DE1-B6D7-0E1C-21D420E0C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" y="1341991"/>
            <a:ext cx="11736070" cy="504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854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4FDEC-82EA-8BF2-7652-58563D339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C63FA-0AD0-EF3D-62DC-60452EEB2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40544C-1722-C819-D38F-47F1BD82E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45" y="1465739"/>
            <a:ext cx="11837309" cy="392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02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174FA-B5A7-5905-00E9-AF752E131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1932A-EDD4-08CA-70DA-72BB8C1FF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861742-4531-01BD-4989-FEA223369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01" y="1312862"/>
            <a:ext cx="11275197" cy="481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722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511EF-56C7-F031-C3C2-0B2BD86C8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F2266-2DF7-DAC1-15EC-D1B75D518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A65C2-9E79-D390-9D37-4FCA8C22D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54" y="1292067"/>
            <a:ext cx="11400492" cy="514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002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79EEF-EAAF-CDB7-C11D-787C080F1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5B03A2-CD46-D139-391E-C1B27DBA2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02" y="1559878"/>
            <a:ext cx="11466615" cy="436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743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E787-BC44-72FF-B8F3-0541FEF68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06849C-8638-F077-9B13-517EF6875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49" y="1498918"/>
            <a:ext cx="11717079" cy="408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247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FDD28-BC88-035D-9A7E-A3125F008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7756C-EC2A-BD3F-CCE2-F02503180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4D3691-A49C-3881-FD44-2D3674C8B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65" y="476884"/>
            <a:ext cx="9869684" cy="518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9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8F4CF-F967-3810-022C-4FE2CAD74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6EA41-F1D5-B24B-BD6E-730D8DD2A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0494AC-3D04-BF28-FF08-90BD83221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460692"/>
            <a:ext cx="7553325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276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C8C9-EAE5-51E1-E507-7A6FF2097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0193E-709F-6784-36FA-75CCC5765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CF350-BBA2-C54B-CCCE-64B109E1C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57" y="475615"/>
            <a:ext cx="9324023" cy="576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280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BF21-CE27-8957-9EFE-A5595CD2C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1B637-291A-6D9A-AB08-1C4CAC75C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988DDB-69C1-3290-39A2-BFB3B37AE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76274"/>
            <a:ext cx="9723120" cy="595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430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6F77C-17DC-BFCB-7B84-866B47A4F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EFEE9-9FA9-66C0-9BBC-8B0515887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0EB9B-3C26-22D0-2ECC-88EED7236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87" y="495617"/>
            <a:ext cx="10353993" cy="602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110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74571-136F-F1FC-9247-24BDBFF22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48394-0B7F-94D3-F638-C0F3532C5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65C2C-CB33-BAC2-B11A-DF71F2EF2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0" y="386397"/>
            <a:ext cx="8605520" cy="595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612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8A49A-1D06-D4D9-8EB4-B08AE1824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546C6-E13D-5BC3-BB14-F11A14E35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EBB7FC-49EC-CA78-4502-C4C86DEA1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06412"/>
            <a:ext cx="7731760" cy="583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767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B0C5E-1A30-D8AA-51DD-9A3E477F6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C4DCC-7A9A-985D-0B38-DD1C91364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61D5D3-A9AA-1D70-6E29-75633D2C6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83565"/>
            <a:ext cx="9337040" cy="570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96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C1AF0-EAC7-F3A3-F031-40FBEF729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E57CB-61D5-5E7F-A4C5-12DFFC0BA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A73F0C-6B69-FCEB-1E41-EC9B31EAD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440" y="441325"/>
            <a:ext cx="7467600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7654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60AA-9D47-8FBC-6944-93577080A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79679-90F5-9885-20D9-6759FA47A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9FFCA4-EA2E-DBC5-74F3-F5337E1D0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02" y="444817"/>
            <a:ext cx="9940382" cy="535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8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70204-4323-46E0-BBC5-F7043747E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D1C5C-132F-F374-563D-FF1D2CAFB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79FC0-B5C3-F7E6-E3B7-2B301D845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617" y="442912"/>
            <a:ext cx="5876925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0221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FEEE9-7C90-4080-AC37-05C6F00F1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D80AE-B09C-F85E-DD65-E22DB32A2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550969-68BF-27F3-1964-5920D8B01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760" y="1339215"/>
            <a:ext cx="701040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5932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FD7F1-68E0-09E6-EA6E-03EB9C392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18DAF-2C0C-8A45-0EF0-8DBA51447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122E82-6225-7CF3-985D-67C35D5BB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085" y="496889"/>
            <a:ext cx="7143750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7457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B9381-D3FA-6316-8798-C73EAF8D9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A8EAD-1EB1-4AC0-8D1A-1711BD4CA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A8A00-8497-7F5E-99EE-334B1E238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804" y="1600201"/>
            <a:ext cx="8159115" cy="424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921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960F7-43A7-226D-3CE3-8553C374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976E5-5D36-B638-E9E2-E90BB2763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E6CFC7-70C4-15BB-239E-58F26FAC7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27" y="1345565"/>
            <a:ext cx="8048625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7497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3E339-C1C9-3FC9-46BB-536639985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0F957-DFBE-7320-997F-543B3F1CC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A83BD9-D235-BE38-1AFA-5AC103A54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4" y="494982"/>
            <a:ext cx="10310495" cy="561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2570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663BF-D52A-0436-A9AB-4A14F87AE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B949C-ED54-B7D1-6943-F1B16AE34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471485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7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8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9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1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2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3_Custom Design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7152</TotalTime>
  <Words>61</Words>
  <Application>Microsoft Office PowerPoint</Application>
  <PresentationFormat>Widescreen</PresentationFormat>
  <Paragraphs>11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Cambria</vt:lpstr>
      <vt:lpstr>Arial</vt:lpstr>
      <vt:lpstr>Times New Roman</vt:lpstr>
      <vt:lpstr>2_Custom Design</vt:lpstr>
      <vt:lpstr>Custom Design</vt:lpstr>
      <vt:lpstr>5_Custom Design</vt:lpstr>
      <vt:lpstr>7_Custom Design</vt:lpstr>
      <vt:lpstr>8_Custom Design</vt:lpstr>
      <vt:lpstr>9_Custom Design</vt:lpstr>
      <vt:lpstr>11_Custom Design</vt:lpstr>
      <vt:lpstr>12_Custom Design</vt:lpstr>
      <vt:lpstr>13_Custom Design</vt:lpstr>
      <vt:lpstr>PowerPoint Presentation</vt:lpstr>
      <vt:lpstr>Module 4 -Transport layer and congestion control techniques</vt:lpstr>
      <vt:lpstr>Data Traffic </vt:lpstr>
      <vt:lpstr>Network Three traffic profiles</vt:lpstr>
      <vt:lpstr>CONGESTION</vt:lpstr>
      <vt:lpstr>PowerPoint Presentation</vt:lpstr>
      <vt:lpstr>PowerPoint Presentation</vt:lpstr>
      <vt:lpstr>PowerPoint Presentation</vt:lpstr>
      <vt:lpstr>Congestion Control</vt:lpstr>
      <vt:lpstr>Congestion control categories</vt:lpstr>
      <vt:lpstr>Open-loop congestion control policies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SLPINJARE</dc:creator>
  <cp:lastModifiedBy>Anjali Reddy GN</cp:lastModifiedBy>
  <cp:revision>120</cp:revision>
  <dcterms:created xsi:type="dcterms:W3CDTF">2006-07-07T09:10:42Z</dcterms:created>
  <dcterms:modified xsi:type="dcterms:W3CDTF">2026-04-30T08:38:32Z</dcterms:modified>
</cp:coreProperties>
</file>